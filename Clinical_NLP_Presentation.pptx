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9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my research on Clinical NLP for Health Care and a working proof-of-concept demo I built to demonstrate these technologies.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overview of what we'll cover: the NLP landscape, market data, strategic recommendations for Cotiviti, and a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80% of healthcare data is unstructured text. NLP is the key technology for making this data actionable. The market is growing rapidly at over 25% CAGR.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eras of clinical NLP. Rule-based systems like MetaMap and cTAKES gave way to transformer models like BioBERT and ClinicalBERT. The future is multimodal models that reason over text, images, and structured data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opportunities include major cost savings and burnout reduction. Key threats: hallucination risk, HIPAA compliance, bias, and lagging regulation.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recommendations for Cotiviti. First, augment their existing medical record review with LLM extraction. Second, partner on ambient intelligence. Third, build multimodal document understanding. All with human-in-the-loop.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 me show you the working proof-of-concept demo. It's a Streamlit app that demonstrates three core clinical NLP capabilities: entity extraction, summarization, and ICD-10 code suggestion.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is straightforward: clinical note input goes through a prompt engineering pipeline, hits an LLM provider, and returns structured JSON that gets rendered as categorized entity cards, summaries, and ICD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time. I'm happy to take questions and walk through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54864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7373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Natural Language</a:t>
            </a:r>
            <a:endParaRPr lang="en-US" sz="3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for Health Care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Past, Present, &amp; Future Approaches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Gurunath Choughule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AI — Northeastern University (Khoury College)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  |  June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502920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188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40480" y="11887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clinical NLP matters for healthcare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7863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1783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→ Transformers → Multimodal LLMs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7863840" cy="502920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40480" y="23774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$5.18B market growing at 25.3% CAGR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971800"/>
            <a:ext cx="7863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2971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&amp; Threats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40480" y="29718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risks, and regulatory challenges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7863840" cy="502920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3566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Strategy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840480" y="35661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strategic investment recommendations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7863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4160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Demo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840480" y="4160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clinical NLP application walkthrough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Clinical NLP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healthcare data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unstructured text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notes, radiology reports, discharge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summaries, insurance claims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20640" y="12801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unlocks insights from free-text clinical records that structured databases cannot query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402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21488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NLP market: $5.18B (2025) → $16.01B (2030) at 25.3% CAGR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1089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20640" y="30175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applications: ambient documentation, medical coding, claim review, clinical decision support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MarketsandMarkets (2025), Murdoch &amp; Detsky (2013)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Clinical NLP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0F4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32588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25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Past: Rule-Based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64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2000–2017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MetaMap (UMLS mapping)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cTAKES (NER pipeline)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CRFs / HMMs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Manually curated rules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Brittle, hard to scale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0F4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32588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325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Present: Transformers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1664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210312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BERT / BioBERT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ClinicalBERT (MIMIC-III)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GPT-4 / Med-PaLM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Nuance DAX (ambient AI)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 privacy, hallucination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0F4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132588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325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Multimodal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1664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10312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LLaVA-Med / Med-Gemini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Agentic AI workflows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OCR + LLM pipelines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coding validation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Regulation, bias, trust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089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C7293"/>
                </a:solidFill>
              </a:rPr>
              <a:t>→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9436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65A82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&amp; Threats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94760" cy="3383280"/>
          </a:xfrm>
          <a:prstGeom prst="roundRect">
            <a:avLst>
              <a:gd name="adj" fmla="val 2703"/>
            </a:avLst>
          </a:prstGeom>
          <a:solidFill>
            <a:srgbClr val="EBF5F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Opportunities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cost reduction of 8–30% via automated coding &amp; documentation (McKinsey)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AI scribes combat clinician burnout — DAX cuts doc time by 14%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payment integrity from retrospective to real-time prepay intervention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enables holistic diagnosis from text + imaging together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794760" cy="3383280"/>
          </a:xfrm>
          <a:prstGeom prst="roundRect">
            <a:avLst>
              <a:gd name="adj" fmla="val 2703"/>
            </a:avLst>
          </a:prstGeom>
          <a:solidFill>
            <a:srgbClr val="FDEBEB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2801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Threats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83480" y="182880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 — plausible but incorrect clinical content with life-or-death stakes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constraints on cloud-based LLM processing of PHI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 from training data can perpetuate health disparities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uncertainty — liability &amp; clinical validation standards lag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for Cotiviti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0F4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00200" y="13716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NLP-Augmented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 Review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LLM extraction pipelines that pre-process clinical charts for human auditors, improving DRG validation and Clinical Chart Validation throughput.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1887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0F4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3716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11880" y="2286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Intelligence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3017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documentation quality signals into Payment Policy Management, enabling earlier coding error detection at point of care.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1887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0F4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69480" y="1371600"/>
            <a:ext cx="731520" cy="73152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46520" y="2286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Document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3017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OCR + computer vision + LLM reasoning to process the heterogeneous mix of scanned records, faxed forms, and digital claims.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Human-in-the-loop — AI augments, never replaces, expert clinical judgment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36576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Demo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NLP Application — Streamlit + Groq/LLM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520" y="29260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3429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NER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794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conditions, medications, procedures, anatomy, lab results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29260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47472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474720" y="3429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611880" y="3794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clinical note summaries for chart review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29260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217920" y="3429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Coding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55080" y="3794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diagnostic codes with confidence levels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Architecture &amp; 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017520" y="12801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0" y="12801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(Prompt Engineering)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0" y="12801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0" y="12801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(Groq / Claude / Ollama)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0" y="12801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0" y="12801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(JSON)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3716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3716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0" y="13716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7863840" cy="15697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(Python web framework)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Providers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(free, recommended), Anthropic Claude, OpenAI GPT, Ollama (local)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NLP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NER, Summarization, ICD-10 Coding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JSON → Styled UI components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clinical note templates (ED, Primary Care, Surgical)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73152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Gurunath Choughule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AI — Khoury College, Northeastern University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300" dirty="0" err="1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GauravChoughule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876</Words>
  <Application>Microsoft Office PowerPoint</Application>
  <PresentationFormat>On-screen Show (16:9)</PresentationFormat>
  <Paragraphs>141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NLP for Health Care</dc:title>
  <dc:subject>PptxGenJS Presentation</dc:subject>
  <dc:creator>Gaurav Gurunath Choughule</dc:creator>
  <cp:lastModifiedBy>Gaurav Choughule</cp:lastModifiedBy>
  <cp:revision>2</cp:revision>
  <dcterms:created xsi:type="dcterms:W3CDTF">2026-06-29T18:41:27Z</dcterms:created>
  <dcterms:modified xsi:type="dcterms:W3CDTF">2026-06-30T04:50:22Z</dcterms:modified>
</cp:coreProperties>
</file>